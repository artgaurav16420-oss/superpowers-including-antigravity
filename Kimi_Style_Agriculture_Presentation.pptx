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8905619-171426efb452" ContentType="image/photo-1558905619-171426efb452"/>
  <Default Extension="photo-1466692476868-aef1dfb1e735" ContentType="image/photo-1466692476868-aef1dfb1e735"/>
  <Default Extension="photo-1585320806297-9794b3e4eeae" ContentType="image/photo-1585320806297-9794b3e4eeae"/>
  <Default Extension="photo-1495908333425-29a1e0918c5f" ContentType="image/photo-1495908333425-29a1e0918c5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the core concepts of ornamental horticulture and landscaping designed for agriculture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ornamental crops are not just about beauty—they have significant economic value in the floriculture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dual benefits of MAPs—therapeutic value and economic potential through export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landscaping combines both artistic vision and scientific knowledge of plants, soil, and climate.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principles work together to create visually appealing landscapes.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different plant types serve different functional purposes in landscape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common Indian trees categorized by their flowers or their architectural foliage.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Shrubs are versatile plants that can be used for hedges, borders, or as standalone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Climbers maximize vertical space and add dimension to landscapes.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9F5"/>
                </a:solidFill>
              </a:rPr>
              <a:t>MEGA-SKILLS: THE OS FOR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4846320"/>
            <a:ext cx="4114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9F5"/>
                </a:solidFill>
              </a:rPr>
              <a:t>BSc Agriculture Series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58905619-171426efb452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66692476868-aef1dfb1e735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585320806297-9794b3e4eeae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495908333425-29a1e0918c5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https://images.unsplash.com/photo-1558905619-171426efb452?auto=format&amp;fit=crop&amp;q=80&amp;w=100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of Ornamental Horticulture &amp; Landscaping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सजावटी बागवानी और लैंडस्केपिंग के मूल सिद्धांत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For BSc Agriculture Students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Taught by Professor Gaurav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are Ornamental Crops? / सजावटी फसलें क्या हैं?</a:t>
            </a:r>
            <a:endParaRPr lang="en-US" sz="3600" dirty="0"/>
          </a:p>
        </p:txBody>
      </p:sp>
      <p:pic>
        <p:nvPicPr>
          <p:cNvPr id="4" name="Image 0" descr="https://images.unsplash.com/photo-1466692476868-aef1dfb1e735?auto=format&amp;fit=crop&amp;q=80&amp;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0" cy="34747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Definition / परिभाषा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Grown for aesthetic beauty and environmental enhancement.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6A9BCC"/>
                </a:solidFill>
              </a:rPr>
              <a:t>सुंदरता और पर्यावरण के लिए उगाए गए पौधे।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Scope / क्षेत्र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Floriculture industry (cut/loose flowers)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Enhances property value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Reduces pollution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Medicinal and Aromatic Plants (MAPs)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Medicinal / औषधीय: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Therapeutic healing compounds.</a:t>
            </a:r>
            <a:endParaRPr lang="en-US" sz="2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D97757"/>
                </a:solidFill>
              </a:rPr>
              <a:t>Aromatic / सुगंधित: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Essential oils for perfumes.</a:t>
            </a:r>
            <a:endParaRPr lang="en-US" sz="2400" dirty="0"/>
          </a:p>
        </p:txBody>
      </p:sp>
      <p:pic>
        <p:nvPicPr>
          <p:cNvPr id="4" name="Image 0" descr="https://images.unsplash.com/photo-1585320806297-9794b3e4eeae?auto=format&amp;fit=crop&amp;q=80&amp;w=1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97280"/>
            <a:ext cx="4297680" cy="3474720"/>
          </a:xfrm>
          <a:prstGeom prst="rect">
            <a:avLst/>
          </a:prstGeom>
          <a:effectLst>
            <a:outerShdw sx="100000" sy="100000" kx="0" ky="0" algn="bl" rotWithShape="0" blurRad="101600" dist="50800" dir="162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Examples: Aloe Vera, Tulsi, Neem, Lavender, Mint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Landscaping - Definition and Scope</a:t>
            </a:r>
            <a:endParaRPr lang="en-US" sz="3600" dirty="0"/>
          </a:p>
        </p:txBody>
      </p:sp>
      <p:pic>
        <p:nvPicPr>
          <p:cNvPr id="3" name="Image 0" descr="https://images.unsplash.com/photo-1495908333425-29a1e0918c5f?auto=format&amp;fit=crop&amp;q=80&amp;w=100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Art &amp; Science of designing land to be aesthetically pleasing and functional.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6A9BCC"/>
                </a:solidFill>
              </a:rPr>
              <a:t>भूमि को सुंदर और उपयोगी बनाने की कला और विज्ञान।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Principles of Landscaping / लैंडस्केपिंग के सिद्धांत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Meaning (English &amp; Hindi)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Balance / संतुलन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Equal visual weight on both sides (दोनों ओर समान भार)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Proportion / अनुपात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Correct sizing relative to surroundings (सही आकार)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Rhythm / लय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Repetition to create movement (पुनरावृत्ति)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Focal Point / मुख्य बिंदु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A feature that draws the eye (ध्यान आकर्षित करना)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Harmony / सामंजस्य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Blending parts together uniformly (एक साथ मिलना)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Uses of Trees, Shrubs &amp; Climbers</a:t>
            </a:r>
            <a:endParaRPr lang="en-US" sz="3600" dirty="0"/>
          </a:p>
        </p:txBody>
      </p:sp>
      <p:pic>
        <p:nvPicPr>
          <p:cNvPr id="3" name="Image 0" descr="https://images.pexels.com/photos/158028/bellingrath-gardens-alabama-landscape-scenic-158028.jpeg?auto=compress&amp;cs=tinysrgb&amp;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Providing Shade (छाया)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Physical Boundaries (सीमाएँ)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Soil Erosion Control (मृदा संरक्षण)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Blocking Unwanted Views (स्क्रीनिंग)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Aesthetic Beauty (सुंदरता)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Examples of Trees / पेड़ों के उदाहरण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Flowering / फूलों वाले: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Gulmohar (गुलमोहर), Amaltas (अमलतास), Kachnar (कचनार)</a:t>
            </a:r>
            <a:endParaRPr lang="en-US" sz="2400" dirty="0"/>
          </a:p>
          <a:p>
            <a:pPr algn="ctr" indent="0" marL="0"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6A9BCC"/>
                </a:solidFill>
              </a:rPr>
              <a:t>Foliage / पत्तियों वाले: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False Ashoka (अशोक), Banyan (बरगद), Rubber Tree (रबर)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Examples of Shrubs / झाड़ियों के उदाहरण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Flowering / फूलों वाली: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Hibiscus (गुड़हल), Chandni (चांदनी), Bougainvillea</a:t>
            </a:r>
            <a:endParaRPr lang="en-US" sz="2400" dirty="0"/>
          </a:p>
          <a:p>
            <a:pPr algn="ctr" indent="0" marL="0"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6A9BCC"/>
                </a:solidFill>
              </a:rPr>
              <a:t>Foliage / पत्तियों वाली: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Croton (क्रोटन), Coleus (कोलियस), Aralia (अरालिया)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Examples of Climbers / लताओं के उदाहरण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57"/>
                </a:solidFill>
              </a:rPr>
              <a:t>Flowering / फूलों वाली: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Rangoon Creeper (मधुमालती), Passion Flower</a:t>
            </a:r>
            <a:endParaRPr lang="en-US" sz="2400" dirty="0"/>
          </a:p>
          <a:p>
            <a:pPr algn="ctr" indent="0" marL="0"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6A9BCC"/>
                </a:solidFill>
              </a:rPr>
              <a:t>Foliage / पत्तियों वाली: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Money Plant (मनी प्लांट), English Ivy (इंग्लिश आइवी)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4009659/pexels-photo-4009659.jpeg?auto=compress&amp;cs=tinysrgb&amp;w=80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 / निष्कर्ष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Ornamental horticulture is vital for sustainability, human well-being, and commercial agriculture.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Questions &amp; Answers (प्रश्न और उत्तर)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Ornamental Horticulture &amp; Landscaping</dc:title>
  <dc:subject>PptxGenJS Presentation</dc:subject>
  <dc:creator>Professor Gaurav</dc:creator>
  <cp:lastModifiedBy>Professor Gaurav</cp:lastModifiedBy>
  <cp:revision>1</cp:revision>
  <dcterms:created xsi:type="dcterms:W3CDTF">2026-05-02T14:26:52Z</dcterms:created>
  <dcterms:modified xsi:type="dcterms:W3CDTF">2026-05-02T14:26:52Z</dcterms:modified>
</cp:coreProperties>
</file>