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58905619-171426efb452" ContentType="image/photo-1558905619-171426efb452"/>
  <Default Extension="photo-1466692476868-aef1dfb1e735" ContentType="image/photo-1466692476868-aef1dfb1e735"/>
  <Default Extension="photo-1585320806297-9794b3e4eeae" ContentType="image/photo-1585320806297-9794b3e4eeae"/>
  <Default Extension="photo-1495908333425-29a1e0918c5f" ContentType="image/photo-1495908333425-29a1e0918c5f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558905619-171426efb452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hoto-1466692476868-aef1dfb1e735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hoto-1585320806297-9794b3e4eeae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495908333425-29a1e0918c5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hoto-1558905619-171426efb452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hoto-1466692476868-aef1dfb1e735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8905619-171426efb452?auto=format&amp;fit=crop&amp;q=80&amp;w=1000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50800" dir="16200000">
              <a:srgbClr val="000000">
                <a:alpha val="1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100" kern="0" dirty="0">
                <a:solidFill>
                  <a:srgbClr val="4A5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FUNDAMENTALS OF ORNAMENTAL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spc="100" kern="0" dirty="0">
                <a:solidFill>
                  <a:srgbClr val="4A5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HORTICULTURE &amp; LANDSCAPING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97D50"/>
                </a:solidFill>
              </a:rPr>
              <a:t>सजावटी बागवानी और लैंडस्केपिंग के मूल सिद्धांत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</a:rPr>
              <a:t>BSc Agriculture Series | Professor Gaurav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5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01. ORNAMENTAL CROPS / सजावटी फसलें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7315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5D52"/>
                </a:solidFill>
              </a:rPr>
              <a:t>Definition
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Grown primarily for aesthetic beauty and decorative purposes in landscapes.
</a:t>
            </a:r>
            <a:pPr indent="0" marL="0">
              <a:buNone/>
            </a:pPr>
            <a:r>
              <a:rPr lang="en-US" sz="1800" dirty="0">
                <a:solidFill>
                  <a:srgbClr val="A97D50"/>
                </a:solidFill>
              </a:rPr>
              <a:t>मुख्य रूप से सुंदरता और सजावटी उद्देश्यों के लिए उगाए जाने वाले पौधे।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57"/>
                </a:solidFill>
              </a:rPr>
              <a:t>Scope &amp; Importance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• Used in cut/loose flower industry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• Enhances property value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• Reduces environmental pollution</a:t>
            </a:r>
            <a:endParaRPr lang="en-US" sz="2000" dirty="0"/>
          </a:p>
        </p:txBody>
      </p:sp>
      <p:pic>
        <p:nvPicPr>
          <p:cNvPr id="7" name="Image 0" descr="https://images.unsplash.com/photo-1466692476868-aef1dfb1e735?auto=format&amp;fit=crop&amp;q=80&amp;w=8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097280"/>
            <a:ext cx="3017520" cy="3474720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5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02. MEDICINAL &amp; AROMATIC PLANTS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5D52"/>
                </a:solidFill>
              </a:rPr>
              <a:t>🧪 Medicinal Plants (औषधीय पौधे)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Used for therapeutic or healing purposes.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(बीमारियों को ठीक करने वाले रासायनिक तत्व)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926080"/>
            <a:ext cx="3931920" cy="7315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5D52"/>
                </a:solidFill>
              </a:rPr>
              <a:t>🌸 Aromatic Plants (सुगंधित पौधे)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Essential oils with strong fragrances.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(आवश्यक तेल और तेज सुगंध वाले पौधे)</a:t>
            </a:r>
            <a:endParaRPr lang="en-US" sz="1400" dirty="0"/>
          </a:p>
        </p:txBody>
      </p:sp>
      <p:pic>
        <p:nvPicPr>
          <p:cNvPr id="11" name="Image 0" descr="https://images.unsplash.com/photo-1585320806297-9794b3e4eeae?auto=format&amp;fit=crop&amp;q=80&amp;w=10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97280"/>
            <a:ext cx="3931920" cy="347472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5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03. LANDSCAPING DEFINITION / परिभाषा</a:t>
            </a:r>
            <a:endParaRPr lang="en-US" sz="3200" dirty="0"/>
          </a:p>
        </p:txBody>
      </p:sp>
      <p:pic>
        <p:nvPicPr>
          <p:cNvPr id="3" name="Image 0" descr="https://images.unsplash.com/photo-1495908333425-29a1e0918c5f?auto=format&amp;fit=crop&amp;q=80&amp;w=160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097280"/>
            <a:ext cx="91440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14400" y="3200400"/>
            <a:ext cx="7315200" cy="7315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33832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The Art &amp; Science of designing land for aesthetic and functional use.
</a:t>
            </a:r>
            <a:pPr algn="ctr" indent="0" marL="0">
              <a:buNone/>
            </a:pPr>
            <a:r>
              <a:rPr lang="en-US" sz="1800" dirty="0">
                <a:solidFill>
                  <a:srgbClr val="A97D50"/>
                </a:solidFill>
              </a:rPr>
              <a:t>भूमि को सुंदर और उपयोगी बनाने के लिए उसे डिजाइन करने और प्रबंधित करने की कला और विज्ञान।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5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PRINCIPLES / लैंडस्केपिंग के सिद्धांत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7315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Balance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7D50"/>
                </a:solidFill>
              </a:rPr>
              <a:t>संतुलन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Equal visual weight on both sides.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73152"/>
          </a:xfrm>
          <a:prstGeom prst="rect">
            <a:avLst/>
          </a:prstGeom>
          <a:solidFill>
            <a:srgbClr val="4A5D5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Proportion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7D50"/>
                </a:solidFill>
              </a:rPr>
              <a:t>अनुपात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Correct sizing relative to plants.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560320" cy="7315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Rhythm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7D50"/>
                </a:solidFill>
              </a:rPr>
              <a:t>लय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Repetition to create movement.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08960"/>
            <a:ext cx="2560320" cy="73152"/>
          </a:xfrm>
          <a:prstGeom prst="rect">
            <a:avLst/>
          </a:prstGeom>
          <a:solidFill>
            <a:srgbClr val="4A5D5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Focal Point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7D50"/>
                </a:solidFill>
              </a:rPr>
              <a:t>मुख्य बिंदु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Feature that draws the eye.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310896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3108960"/>
            <a:ext cx="2560320" cy="7315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Harmony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47472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7D50"/>
                </a:solidFill>
              </a:rPr>
              <a:t>सामंजस्य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39319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Blending parts uniformly.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5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04. EXAMPLES OF TREES / पेड़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73152"/>
          </a:xfrm>
          <a:prstGeom prst="rect">
            <a:avLst/>
          </a:prstGeom>
          <a:solidFill>
            <a:srgbClr val="D97757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4663440" cy="310896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Flowering / फूलों वाले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Foliage / पत्तियों वाले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D5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Gulmohar (गुलमोहर)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False Ashoka (अशोक)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Amaltas (अमलतास)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Banyan (बरगद)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Kachnar (कचनार)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Rubber Tree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Pride of India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Silver Oak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https://images.unsplash.com/photo-1558905619-171426efb452?auto=format&amp;fit=crop&amp;q=80&amp;w=8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097280"/>
            <a:ext cx="3017520" cy="347472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5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05. EXAMPLES OF SHRUBS / झाड़ियाँ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73152"/>
          </a:xfrm>
          <a:prstGeom prst="rect">
            <a:avLst/>
          </a:prstGeom>
          <a:solidFill>
            <a:srgbClr val="D97757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4663440" cy="310896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Flowering / फूलों वाली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Foliage / पत्तियों वाली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D5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Hibiscus (गुड़हल)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Croton (क्रोटन)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Chandni (चांदनी)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Coleus (कोलियस)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Bougainvillea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Copperleaf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Oleander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Aralia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https://images.unsplash.com/photo-1466692476868-aef1dfb1e735?auto=format&amp;fit=crop&amp;q=80&amp;w=8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097280"/>
            <a:ext cx="3017520" cy="347472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/ निष्कर्ष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Vital for environmental sustainability and human well-being.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57"/>
                </a:solidFill>
              </a:rPr>
              <a:t>प्रश्न और उत्तर / Q&amp;A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Ornamental Horticulture &amp; Landscaping</dc:title>
  <dc:subject>PptxGenJS Presentation</dc:subject>
  <dc:creator>Professor Gaurav</dc:creator>
  <cp:lastModifiedBy>Professor Gaurav</cp:lastModifiedBy>
  <cp:revision>1</cp:revision>
  <dcterms:created xsi:type="dcterms:W3CDTF">2026-05-02T14:34:31Z</dcterms:created>
  <dcterms:modified xsi:type="dcterms:W3CDTF">2026-05-02T14:34:31Z</dcterms:modified>
</cp:coreProperties>
</file>